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A8B0C-06A5-4FF4-8ABF-D1E831C589DF}" v="156" dt="2026-06-11T11:46:38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 Derré" userId="4bab915a-4bf8-4643-8daa-fe63bd245b0f" providerId="ADAL" clId="{939A8B0C-06A5-4FF4-8ABF-D1E831C589DF}"/>
    <pc:docChg chg="undo custSel addSld delSld modSld">
      <pc:chgData name="Luc Derré" userId="4bab915a-4bf8-4643-8daa-fe63bd245b0f" providerId="ADAL" clId="{939A8B0C-06A5-4FF4-8ABF-D1E831C589DF}" dt="2026-06-11T11:46:38.618" v="669"/>
      <pc:docMkLst>
        <pc:docMk/>
      </pc:docMkLst>
      <pc:sldChg chg="addSp modSp mod">
        <pc:chgData name="Luc Derré" userId="4bab915a-4bf8-4643-8daa-fe63bd245b0f" providerId="ADAL" clId="{939A8B0C-06A5-4FF4-8ABF-D1E831C589DF}" dt="2026-06-08T13:38:21.057" v="61" actId="1076"/>
        <pc:sldMkLst>
          <pc:docMk/>
          <pc:sldMk cId="3359927612" sldId="256"/>
        </pc:sldMkLst>
        <pc:spChg chg="add mod">
          <ac:chgData name="Luc Derré" userId="4bab915a-4bf8-4643-8daa-fe63bd245b0f" providerId="ADAL" clId="{939A8B0C-06A5-4FF4-8ABF-D1E831C589DF}" dt="2026-06-08T13:37:29.269" v="18" actId="20577"/>
          <ac:spMkLst>
            <pc:docMk/>
            <pc:sldMk cId="3359927612" sldId="256"/>
            <ac:spMk id="2" creationId="{4CA6AF48-9A8E-FDE6-316F-4A0426F100BD}"/>
          </ac:spMkLst>
        </pc:spChg>
        <pc:spChg chg="add mod">
          <ac:chgData name="Luc Derré" userId="4bab915a-4bf8-4643-8daa-fe63bd245b0f" providerId="ADAL" clId="{939A8B0C-06A5-4FF4-8ABF-D1E831C589DF}" dt="2026-06-08T13:38:21.057" v="61" actId="1076"/>
          <ac:spMkLst>
            <pc:docMk/>
            <pc:sldMk cId="3359927612" sldId="256"/>
            <ac:spMk id="3" creationId="{8F83C09D-0579-B3AC-A15D-ABA86FFF1E38}"/>
          </ac:spMkLst>
        </pc:spChg>
      </pc:sldChg>
      <pc:sldChg chg="addSp delSp modSp add mod setBg">
        <pc:chgData name="Luc Derré" userId="4bab915a-4bf8-4643-8daa-fe63bd245b0f" providerId="ADAL" clId="{939A8B0C-06A5-4FF4-8ABF-D1E831C589DF}" dt="2026-06-08T14:18:34.959" v="576" actId="20577"/>
        <pc:sldMkLst>
          <pc:docMk/>
          <pc:sldMk cId="4155983266" sldId="257"/>
        </pc:sldMkLst>
        <pc:spChg chg="del">
          <ac:chgData name="Luc Derré" userId="4bab915a-4bf8-4643-8daa-fe63bd245b0f" providerId="ADAL" clId="{939A8B0C-06A5-4FF4-8ABF-D1E831C589DF}" dt="2026-06-08T13:39:09.966" v="69" actId="478"/>
          <ac:spMkLst>
            <pc:docMk/>
            <pc:sldMk cId="4155983266" sldId="257"/>
            <ac:spMk id="2" creationId="{4CA6AF48-9A8E-FDE6-316F-4A0426F100BD}"/>
          </ac:spMkLst>
        </pc:spChg>
        <pc:spChg chg="del">
          <ac:chgData name="Luc Derré" userId="4bab915a-4bf8-4643-8daa-fe63bd245b0f" providerId="ADAL" clId="{939A8B0C-06A5-4FF4-8ABF-D1E831C589DF}" dt="2026-06-08T13:39:12.476" v="71" actId="478"/>
          <ac:spMkLst>
            <pc:docMk/>
            <pc:sldMk cId="4155983266" sldId="257"/>
            <ac:spMk id="3" creationId="{8F83C09D-0579-B3AC-A15D-ABA86FFF1E38}"/>
          </ac:spMkLst>
        </pc:spChg>
        <pc:spChg chg="del">
          <ac:chgData name="Luc Derré" userId="4bab915a-4bf8-4643-8daa-fe63bd245b0f" providerId="ADAL" clId="{939A8B0C-06A5-4FF4-8ABF-D1E831C589DF}" dt="2026-06-08T13:39:11.126" v="70" actId="478"/>
          <ac:spMkLst>
            <pc:docMk/>
            <pc:sldMk cId="4155983266" sldId="257"/>
            <ac:spMk id="5" creationId="{8C758D6E-3A41-B1B4-AB30-4A40E20B6E9F}"/>
          </ac:spMkLst>
        </pc:spChg>
        <pc:spChg chg="add del mod">
          <ac:chgData name="Luc Derré" userId="4bab915a-4bf8-4643-8daa-fe63bd245b0f" providerId="ADAL" clId="{939A8B0C-06A5-4FF4-8ABF-D1E831C589DF}" dt="2026-06-08T13:39:52.542" v="75" actId="478"/>
          <ac:spMkLst>
            <pc:docMk/>
            <pc:sldMk cId="4155983266" sldId="257"/>
            <ac:spMk id="6" creationId="{28EFE2B5-EA95-C5E4-B2AA-951F76051171}"/>
          </ac:spMkLst>
        </pc:spChg>
        <pc:spChg chg="add del mod">
          <ac:chgData name="Luc Derré" userId="4bab915a-4bf8-4643-8daa-fe63bd245b0f" providerId="ADAL" clId="{939A8B0C-06A5-4FF4-8ABF-D1E831C589DF}" dt="2026-06-08T13:39:51.053" v="74" actId="478"/>
          <ac:spMkLst>
            <pc:docMk/>
            <pc:sldMk cId="4155983266" sldId="257"/>
            <ac:spMk id="8" creationId="{1D4FD5BD-E083-ACBD-8A2F-F5A7ACFA7C7C}"/>
          </ac:spMkLst>
        </pc:spChg>
        <pc:spChg chg="add mod">
          <ac:chgData name="Luc Derré" userId="4bab915a-4bf8-4643-8daa-fe63bd245b0f" providerId="ADAL" clId="{939A8B0C-06A5-4FF4-8ABF-D1E831C589DF}" dt="2026-06-08T13:40:39.960" v="89" actId="20577"/>
          <ac:spMkLst>
            <pc:docMk/>
            <pc:sldMk cId="4155983266" sldId="257"/>
            <ac:spMk id="9" creationId="{ADA020FC-9971-3411-78FB-801B3B35C42B}"/>
          </ac:spMkLst>
        </pc:spChg>
        <pc:spChg chg="add mod">
          <ac:chgData name="Luc Derré" userId="4bab915a-4bf8-4643-8daa-fe63bd245b0f" providerId="ADAL" clId="{939A8B0C-06A5-4FF4-8ABF-D1E831C589DF}" dt="2026-06-08T13:40:39.730" v="88"/>
          <ac:spMkLst>
            <pc:docMk/>
            <pc:sldMk cId="4155983266" sldId="257"/>
            <ac:spMk id="10" creationId="{ACD34565-5AD4-1474-8096-B4CBD116343B}"/>
          </ac:spMkLst>
        </pc:spChg>
        <pc:spChg chg="add mod">
          <ac:chgData name="Luc Derré" userId="4bab915a-4bf8-4643-8daa-fe63bd245b0f" providerId="ADAL" clId="{939A8B0C-06A5-4FF4-8ABF-D1E831C589DF}" dt="2026-06-08T13:40:49.548" v="92" actId="120"/>
          <ac:spMkLst>
            <pc:docMk/>
            <pc:sldMk cId="4155983266" sldId="257"/>
            <ac:spMk id="11" creationId="{17CE4A8E-E383-DED6-A6F3-BFBA04022844}"/>
          </ac:spMkLst>
        </pc:spChg>
        <pc:spChg chg="add mod">
          <ac:chgData name="Luc Derré" userId="4bab915a-4bf8-4643-8daa-fe63bd245b0f" providerId="ADAL" clId="{939A8B0C-06A5-4FF4-8ABF-D1E831C589DF}" dt="2026-06-08T14:18:34.959" v="576" actId="20577"/>
          <ac:spMkLst>
            <pc:docMk/>
            <pc:sldMk cId="4155983266" sldId="257"/>
            <ac:spMk id="12" creationId="{4376E23F-53A6-E162-CA15-FAD0381FFB79}"/>
          </ac:spMkLst>
        </pc:spChg>
      </pc:sldChg>
      <pc:sldChg chg="new del">
        <pc:chgData name="Luc Derré" userId="4bab915a-4bf8-4643-8daa-fe63bd245b0f" providerId="ADAL" clId="{939A8B0C-06A5-4FF4-8ABF-D1E831C589DF}" dt="2026-06-08T13:37:15.006" v="2" actId="47"/>
        <pc:sldMkLst>
          <pc:docMk/>
          <pc:sldMk cId="4260691696" sldId="257"/>
        </pc:sldMkLst>
      </pc:sldChg>
      <pc:sldChg chg="new del">
        <pc:chgData name="Luc Derré" userId="4bab915a-4bf8-4643-8daa-fe63bd245b0f" providerId="ADAL" clId="{939A8B0C-06A5-4FF4-8ABF-D1E831C589DF}" dt="2026-06-08T13:39:20.363" v="73" actId="47"/>
        <pc:sldMkLst>
          <pc:docMk/>
          <pc:sldMk cId="850575180" sldId="258"/>
        </pc:sldMkLst>
      </pc:sldChg>
      <pc:sldChg chg="add del setBg">
        <pc:chgData name="Luc Derré" userId="4bab915a-4bf8-4643-8daa-fe63bd245b0f" providerId="ADAL" clId="{939A8B0C-06A5-4FF4-8ABF-D1E831C589DF}" dt="2026-06-08T13:38:32.980" v="64" actId="47"/>
        <pc:sldMkLst>
          <pc:docMk/>
          <pc:sldMk cId="1741743861" sldId="258"/>
        </pc:sldMkLst>
      </pc:sldChg>
      <pc:sldChg chg="addSp delSp modSp add del mod modTransition setBg delAnim modAnim">
        <pc:chgData name="Luc Derré" userId="4bab915a-4bf8-4643-8daa-fe63bd245b0f" providerId="ADAL" clId="{939A8B0C-06A5-4FF4-8ABF-D1E831C589DF}" dt="2026-06-08T13:58:13.319" v="303" actId="47"/>
        <pc:sldMkLst>
          <pc:docMk/>
          <pc:sldMk cId="2207381459" sldId="258"/>
        </pc:sldMkLst>
        <pc:spChg chg="mod">
          <ac:chgData name="Luc Derré" userId="4bab915a-4bf8-4643-8daa-fe63bd245b0f" providerId="ADAL" clId="{939A8B0C-06A5-4FF4-8ABF-D1E831C589DF}" dt="2026-06-08T13:43:37.461" v="223" actId="1076"/>
          <ac:spMkLst>
            <pc:docMk/>
            <pc:sldMk cId="2207381459" sldId="258"/>
            <ac:spMk id="9" creationId="{ADA020FC-9971-3411-78FB-801B3B35C42B}"/>
          </ac:spMkLst>
        </pc:spChg>
        <pc:spChg chg="mod">
          <ac:chgData name="Luc Derré" userId="4bab915a-4bf8-4643-8daa-fe63bd245b0f" providerId="ADAL" clId="{939A8B0C-06A5-4FF4-8ABF-D1E831C589DF}" dt="2026-06-08T13:44:01.595" v="231" actId="20577"/>
          <ac:spMkLst>
            <pc:docMk/>
            <pc:sldMk cId="2207381459" sldId="258"/>
            <ac:spMk id="11" creationId="{17CE4A8E-E383-DED6-A6F3-BFBA04022844}"/>
          </ac:spMkLst>
        </pc:spChg>
        <pc:spChg chg="mod">
          <ac:chgData name="Luc Derré" userId="4bab915a-4bf8-4643-8daa-fe63bd245b0f" providerId="ADAL" clId="{939A8B0C-06A5-4FF4-8ABF-D1E831C589DF}" dt="2026-06-08T13:43:41.614" v="224" actId="20577"/>
          <ac:spMkLst>
            <pc:docMk/>
            <pc:sldMk cId="2207381459" sldId="258"/>
            <ac:spMk id="12" creationId="{4376E23F-53A6-E162-CA15-FAD0381FFB79}"/>
          </ac:spMkLst>
        </pc:spChg>
        <pc:picChg chg="add del mod">
          <ac:chgData name="Luc Derré" userId="4bab915a-4bf8-4643-8daa-fe63bd245b0f" providerId="ADAL" clId="{939A8B0C-06A5-4FF4-8ABF-D1E831C589DF}" dt="2026-06-08T13:52:38.584" v="258" actId="478"/>
          <ac:picMkLst>
            <pc:docMk/>
            <pc:sldMk cId="2207381459" sldId="258"/>
            <ac:picMk id="3" creationId="{31B1C1AF-09A4-35F6-756D-EEE277010BFA}"/>
          </ac:picMkLst>
        </pc:picChg>
        <pc:picChg chg="add del">
          <ac:chgData name="Luc Derré" userId="4bab915a-4bf8-4643-8daa-fe63bd245b0f" providerId="ADAL" clId="{939A8B0C-06A5-4FF4-8ABF-D1E831C589DF}" dt="2026-06-08T13:46:12.785" v="239" actId="22"/>
          <ac:picMkLst>
            <pc:docMk/>
            <pc:sldMk cId="2207381459" sldId="258"/>
            <ac:picMk id="5" creationId="{E01B950B-434C-ABB8-8140-8129E3500A14}"/>
          </ac:picMkLst>
        </pc:picChg>
        <pc:picChg chg="add del mod">
          <ac:chgData name="Luc Derré" userId="4bab915a-4bf8-4643-8daa-fe63bd245b0f" providerId="ADAL" clId="{939A8B0C-06A5-4FF4-8ABF-D1E831C589DF}" dt="2026-06-08T13:58:11.636" v="302" actId="478"/>
          <ac:picMkLst>
            <pc:docMk/>
            <pc:sldMk cId="2207381459" sldId="258"/>
            <ac:picMk id="7" creationId="{DBB15178-1BF6-353F-FECC-92635BB811A9}"/>
          </ac:picMkLst>
        </pc:picChg>
      </pc:sldChg>
      <pc:sldChg chg="addSp delSp modSp add del mod modTransition setBg delAnim modAnim">
        <pc:chgData name="Luc Derré" userId="4bab915a-4bf8-4643-8daa-fe63bd245b0f" providerId="ADAL" clId="{939A8B0C-06A5-4FF4-8ABF-D1E831C589DF}" dt="2026-06-11T11:34:09.140" v="641" actId="1076"/>
        <pc:sldMkLst>
          <pc:docMk/>
          <pc:sldMk cId="1500796590" sldId="259"/>
        </pc:sldMkLst>
        <pc:picChg chg="add del mod">
          <ac:chgData name="Luc Derré" userId="4bab915a-4bf8-4643-8daa-fe63bd245b0f" providerId="ADAL" clId="{939A8B0C-06A5-4FF4-8ABF-D1E831C589DF}" dt="2026-06-08T13:50:02.893" v="251" actId="478"/>
          <ac:picMkLst>
            <pc:docMk/>
            <pc:sldMk cId="1500796590" sldId="259"/>
            <ac:picMk id="2" creationId="{F158FA12-4E75-1EDC-D7F6-94646451FE85}"/>
          </ac:picMkLst>
        </pc:picChg>
        <pc:picChg chg="del mod modCrop">
          <ac:chgData name="Luc Derré" userId="4bab915a-4bf8-4643-8daa-fe63bd245b0f" providerId="ADAL" clId="{939A8B0C-06A5-4FF4-8ABF-D1E831C589DF}" dt="2026-06-08T13:46:29.687" v="247" actId="478"/>
          <ac:picMkLst>
            <pc:docMk/>
            <pc:sldMk cId="1500796590" sldId="259"/>
            <ac:picMk id="3" creationId="{31B1C1AF-09A4-35F6-756D-EEE277010BFA}"/>
          </ac:picMkLst>
        </pc:picChg>
        <pc:picChg chg="add del mod">
          <ac:chgData name="Luc Derré" userId="4bab915a-4bf8-4643-8daa-fe63bd245b0f" providerId="ADAL" clId="{939A8B0C-06A5-4FF4-8ABF-D1E831C589DF}" dt="2026-06-08T13:52:39.606" v="259" actId="478"/>
          <ac:picMkLst>
            <pc:docMk/>
            <pc:sldMk cId="1500796590" sldId="259"/>
            <ac:picMk id="5" creationId="{9DD89CB9-DE1C-F728-594E-858AF59C10EE}"/>
          </ac:picMkLst>
        </pc:picChg>
        <pc:picChg chg="add del mod modCrop">
          <ac:chgData name="Luc Derré" userId="4bab915a-4bf8-4643-8daa-fe63bd245b0f" providerId="ADAL" clId="{939A8B0C-06A5-4FF4-8ABF-D1E831C589DF}" dt="2026-06-08T13:54:26.159" v="280" actId="478"/>
          <ac:picMkLst>
            <pc:docMk/>
            <pc:sldMk cId="1500796590" sldId="259"/>
            <ac:picMk id="6" creationId="{AD6C4828-F71D-9387-7DE7-EE19B198B236}"/>
          </ac:picMkLst>
        </pc:picChg>
        <pc:picChg chg="add del mod">
          <ac:chgData name="Luc Derré" userId="4bab915a-4bf8-4643-8daa-fe63bd245b0f" providerId="ADAL" clId="{939A8B0C-06A5-4FF4-8ABF-D1E831C589DF}" dt="2026-06-08T13:57:34.771" v="293" actId="478"/>
          <ac:picMkLst>
            <pc:docMk/>
            <pc:sldMk cId="1500796590" sldId="259"/>
            <ac:picMk id="8" creationId="{82FC2D3E-AAAA-03DD-B3CD-61F2C5381379}"/>
          </ac:picMkLst>
        </pc:picChg>
        <pc:picChg chg="add del mod modCrop">
          <ac:chgData name="Luc Derré" userId="4bab915a-4bf8-4643-8daa-fe63bd245b0f" providerId="ADAL" clId="{939A8B0C-06A5-4FF4-8ABF-D1E831C589DF}" dt="2026-06-11T11:34:09.140" v="641" actId="1076"/>
          <ac:picMkLst>
            <pc:docMk/>
            <pc:sldMk cId="1500796590" sldId="259"/>
            <ac:picMk id="10" creationId="{CD688113-A631-D0C7-6676-1C69D3418429}"/>
          </ac:picMkLst>
        </pc:picChg>
      </pc:sldChg>
      <pc:sldChg chg="addSp delSp modSp add mod modTransition setBg modAnim">
        <pc:chgData name="Luc Derré" userId="4bab915a-4bf8-4643-8daa-fe63bd245b0f" providerId="ADAL" clId="{939A8B0C-06A5-4FF4-8ABF-D1E831C589DF}" dt="2026-06-08T14:11:19.458" v="511"/>
        <pc:sldMkLst>
          <pc:docMk/>
          <pc:sldMk cId="3414079631" sldId="260"/>
        </pc:sldMkLst>
        <pc:picChg chg="add mod">
          <ac:chgData name="Luc Derré" userId="4bab915a-4bf8-4643-8daa-fe63bd245b0f" providerId="ADAL" clId="{939A8B0C-06A5-4FF4-8ABF-D1E831C589DF}" dt="2026-06-08T14:11:13.495" v="509" actId="1076"/>
          <ac:picMkLst>
            <pc:docMk/>
            <pc:sldMk cId="3414079631" sldId="260"/>
            <ac:picMk id="3" creationId="{100D233B-EE22-56C4-C838-7878ED9392EF}"/>
          </ac:picMkLst>
        </pc:picChg>
        <pc:picChg chg="del">
          <ac:chgData name="Luc Derré" userId="4bab915a-4bf8-4643-8daa-fe63bd245b0f" providerId="ADAL" clId="{939A8B0C-06A5-4FF4-8ABF-D1E831C589DF}" dt="2026-06-08T13:57:00.522" v="289" actId="478"/>
          <ac:picMkLst>
            <pc:docMk/>
            <pc:sldMk cId="3414079631" sldId="260"/>
            <ac:picMk id="7" creationId="{DBB15178-1BF6-353F-FECC-92635BB811A9}"/>
          </ac:picMkLst>
        </pc:picChg>
      </pc:sldChg>
      <pc:sldChg chg="delSp add del mod setBg">
        <pc:chgData name="Luc Derré" userId="4bab915a-4bf8-4643-8daa-fe63bd245b0f" providerId="ADAL" clId="{939A8B0C-06A5-4FF4-8ABF-D1E831C589DF}" dt="2026-06-08T13:59:26.021" v="320" actId="47"/>
        <pc:sldMkLst>
          <pc:docMk/>
          <pc:sldMk cId="457058925" sldId="261"/>
        </pc:sldMkLst>
        <pc:picChg chg="del">
          <ac:chgData name="Luc Derré" userId="4bab915a-4bf8-4643-8daa-fe63bd245b0f" providerId="ADAL" clId="{939A8B0C-06A5-4FF4-8ABF-D1E831C589DF}" dt="2026-06-08T13:59:13.211" v="315" actId="478"/>
          <ac:picMkLst>
            <pc:docMk/>
            <pc:sldMk cId="457058925" sldId="261"/>
            <ac:picMk id="10" creationId="{CD688113-A631-D0C7-6676-1C69D3418429}"/>
          </ac:picMkLst>
        </pc:picChg>
      </pc:sldChg>
      <pc:sldChg chg="addSp delSp modSp add mod setBg">
        <pc:chgData name="Luc Derré" userId="4bab915a-4bf8-4643-8daa-fe63bd245b0f" providerId="ADAL" clId="{939A8B0C-06A5-4FF4-8ABF-D1E831C589DF}" dt="2026-06-11T11:34:56.361" v="647"/>
        <pc:sldMkLst>
          <pc:docMk/>
          <pc:sldMk cId="1286220095" sldId="261"/>
        </pc:sldMkLst>
        <pc:spChg chg="add del mod">
          <ac:chgData name="Luc Derré" userId="4bab915a-4bf8-4643-8daa-fe63bd245b0f" providerId="ADAL" clId="{939A8B0C-06A5-4FF4-8ABF-D1E831C589DF}" dt="2026-06-11T11:34:56.131" v="646" actId="478"/>
          <ac:spMkLst>
            <pc:docMk/>
            <pc:sldMk cId="1286220095" sldId="261"/>
            <ac:spMk id="3" creationId="{22A96E13-2AFC-0536-7266-83ACE382C759}"/>
          </ac:spMkLst>
        </pc:spChg>
        <pc:spChg chg="add mod">
          <ac:chgData name="Luc Derré" userId="4bab915a-4bf8-4643-8daa-fe63bd245b0f" providerId="ADAL" clId="{939A8B0C-06A5-4FF4-8ABF-D1E831C589DF}" dt="2026-06-11T11:34:56.361" v="647"/>
          <ac:spMkLst>
            <pc:docMk/>
            <pc:sldMk cId="1286220095" sldId="261"/>
            <ac:spMk id="4" creationId="{0A65FF46-78F1-976F-35BD-275852C82B1C}"/>
          </ac:spMkLst>
        </pc:spChg>
        <pc:spChg chg="del">
          <ac:chgData name="Luc Derré" userId="4bab915a-4bf8-4643-8daa-fe63bd245b0f" providerId="ADAL" clId="{939A8B0C-06A5-4FF4-8ABF-D1E831C589DF}" dt="2026-06-08T14:05:29.926" v="437" actId="478"/>
          <ac:spMkLst>
            <pc:docMk/>
            <pc:sldMk cId="1286220095" sldId="261"/>
            <ac:spMk id="11" creationId="{17CE4A8E-E383-DED6-A6F3-BFBA04022844}"/>
          </ac:spMkLst>
        </pc:spChg>
        <pc:picChg chg="add mod modCrop">
          <ac:chgData name="Luc Derré" userId="4bab915a-4bf8-4643-8daa-fe63bd245b0f" providerId="ADAL" clId="{939A8B0C-06A5-4FF4-8ABF-D1E831C589DF}" dt="2026-06-11T11:34:38.604" v="644" actId="1076"/>
          <ac:picMkLst>
            <pc:docMk/>
            <pc:sldMk cId="1286220095" sldId="261"/>
            <ac:picMk id="2" creationId="{148830FD-EEF2-B652-3382-D6AB34EB4A81}"/>
          </ac:picMkLst>
        </pc:picChg>
        <pc:picChg chg="del">
          <ac:chgData name="Luc Derré" userId="4bab915a-4bf8-4643-8daa-fe63bd245b0f" providerId="ADAL" clId="{939A8B0C-06A5-4FF4-8ABF-D1E831C589DF}" dt="2026-06-08T13:59:30.138" v="322" actId="478"/>
          <ac:picMkLst>
            <pc:docMk/>
            <pc:sldMk cId="1286220095" sldId="261"/>
            <ac:picMk id="10" creationId="{CD688113-A631-D0C7-6676-1C69D3418429}"/>
          </ac:picMkLst>
        </pc:picChg>
      </pc:sldChg>
      <pc:sldChg chg="add del setBg">
        <pc:chgData name="Luc Derré" userId="4bab915a-4bf8-4643-8daa-fe63bd245b0f" providerId="ADAL" clId="{939A8B0C-06A5-4FF4-8ABF-D1E831C589DF}" dt="2026-06-08T13:59:01.385" v="310"/>
        <pc:sldMkLst>
          <pc:docMk/>
          <pc:sldMk cId="3192305866" sldId="261"/>
        </pc:sldMkLst>
      </pc:sldChg>
      <pc:sldChg chg="addSp delSp modSp add del mod setBg setClrOvrMap">
        <pc:chgData name="Luc Derré" userId="4bab915a-4bf8-4643-8daa-fe63bd245b0f" providerId="ADAL" clId="{939A8B0C-06A5-4FF4-8ABF-D1E831C589DF}" dt="2026-06-08T14:03:54.157" v="380" actId="47"/>
        <pc:sldMkLst>
          <pc:docMk/>
          <pc:sldMk cId="3191330954" sldId="262"/>
        </pc:sldMkLst>
        <pc:spChg chg="add del mod">
          <ac:chgData name="Luc Derré" userId="4bab915a-4bf8-4643-8daa-fe63bd245b0f" providerId="ADAL" clId="{939A8B0C-06A5-4FF4-8ABF-D1E831C589DF}" dt="2026-06-08T14:03:18.805" v="369" actId="478"/>
          <ac:spMkLst>
            <pc:docMk/>
            <pc:sldMk cId="3191330954" sldId="262"/>
            <ac:spMk id="4" creationId="{AA3032E0-3C2C-AE48-845F-727F3EC65B93}"/>
          </ac:spMkLst>
        </pc:spChg>
        <pc:spChg chg="ord">
          <ac:chgData name="Luc Derré" userId="4bab915a-4bf8-4643-8daa-fe63bd245b0f" providerId="ADAL" clId="{939A8B0C-06A5-4FF4-8ABF-D1E831C589DF}" dt="2026-06-08T14:03:04.009" v="362" actId="26606"/>
          <ac:spMkLst>
            <pc:docMk/>
            <pc:sldMk cId="3191330954" sldId="262"/>
            <ac:spMk id="9" creationId="{ADA020FC-9971-3411-78FB-801B3B35C42B}"/>
          </ac:spMkLst>
        </pc:spChg>
        <pc:spChg chg="add del mod">
          <ac:chgData name="Luc Derré" userId="4bab915a-4bf8-4643-8daa-fe63bd245b0f" providerId="ADAL" clId="{939A8B0C-06A5-4FF4-8ABF-D1E831C589DF}" dt="2026-06-08T14:03:11.647" v="366" actId="478"/>
          <ac:spMkLst>
            <pc:docMk/>
            <pc:sldMk cId="3191330954" sldId="262"/>
            <ac:spMk id="11" creationId="{17CE4A8E-E383-DED6-A6F3-BFBA04022844}"/>
          </ac:spMkLst>
        </pc:spChg>
        <pc:spChg chg="add">
          <ac:chgData name="Luc Derré" userId="4bab915a-4bf8-4643-8daa-fe63bd245b0f" providerId="ADAL" clId="{939A8B0C-06A5-4FF4-8ABF-D1E831C589DF}" dt="2026-06-08T14:03:04.009" v="362" actId="26606"/>
          <ac:spMkLst>
            <pc:docMk/>
            <pc:sldMk cId="3191330954" sldId="262"/>
            <ac:spMk id="17" creationId="{71B2258F-86CA-4D4D-8270-BC05FCDEBFB3}"/>
          </ac:spMkLst>
        </pc:spChg>
        <pc:picChg chg="add mod ord">
          <ac:chgData name="Luc Derré" userId="4bab915a-4bf8-4643-8daa-fe63bd245b0f" providerId="ADAL" clId="{939A8B0C-06A5-4FF4-8ABF-D1E831C589DF}" dt="2026-06-08T14:03:04.009" v="362" actId="26606"/>
          <ac:picMkLst>
            <pc:docMk/>
            <pc:sldMk cId="3191330954" sldId="262"/>
            <ac:picMk id="3" creationId="{79DDF17F-593B-C85A-0695-061D4FC12D58}"/>
          </ac:picMkLst>
        </pc:picChg>
      </pc:sldChg>
      <pc:sldChg chg="delSp add del mod setBg">
        <pc:chgData name="Luc Derré" userId="4bab915a-4bf8-4643-8daa-fe63bd245b0f" providerId="ADAL" clId="{939A8B0C-06A5-4FF4-8ABF-D1E831C589DF}" dt="2026-06-08T14:01:23.347" v="350" actId="47"/>
        <pc:sldMkLst>
          <pc:docMk/>
          <pc:sldMk cId="3670571224" sldId="262"/>
        </pc:sldMkLst>
        <pc:picChg chg="del">
          <ac:chgData name="Luc Derré" userId="4bab915a-4bf8-4643-8daa-fe63bd245b0f" providerId="ADAL" clId="{939A8B0C-06A5-4FF4-8ABF-D1E831C589DF}" dt="2026-06-08T14:01:13.440" v="336" actId="478"/>
          <ac:picMkLst>
            <pc:docMk/>
            <pc:sldMk cId="3670571224" sldId="262"/>
            <ac:picMk id="2" creationId="{148830FD-EEF2-B652-3382-D6AB34EB4A81}"/>
          </ac:picMkLst>
        </pc:picChg>
      </pc:sldChg>
      <pc:sldChg chg="addSp delSp modSp add mod setBg">
        <pc:chgData name="Luc Derré" userId="4bab915a-4bf8-4643-8daa-fe63bd245b0f" providerId="ADAL" clId="{939A8B0C-06A5-4FF4-8ABF-D1E831C589DF}" dt="2026-06-11T11:36:23.008" v="650"/>
        <pc:sldMkLst>
          <pc:docMk/>
          <pc:sldMk cId="4174220130" sldId="262"/>
        </pc:sldMkLst>
        <pc:spChg chg="add mod">
          <ac:chgData name="Luc Derré" userId="4bab915a-4bf8-4643-8daa-fe63bd245b0f" providerId="ADAL" clId="{939A8B0C-06A5-4FF4-8ABF-D1E831C589DF}" dt="2026-06-11T11:36:23.008" v="650"/>
          <ac:spMkLst>
            <pc:docMk/>
            <pc:sldMk cId="4174220130" sldId="262"/>
            <ac:spMk id="2" creationId="{1B369CC4-7789-10D9-F47E-D33BC78C4015}"/>
          </ac:spMkLst>
        </pc:spChg>
        <pc:spChg chg="del">
          <ac:chgData name="Luc Derré" userId="4bab915a-4bf8-4643-8daa-fe63bd245b0f" providerId="ADAL" clId="{939A8B0C-06A5-4FF4-8ABF-D1E831C589DF}" dt="2026-06-08T14:04:55.218" v="421" actId="478"/>
          <ac:spMkLst>
            <pc:docMk/>
            <pc:sldMk cId="4174220130" sldId="262"/>
            <ac:spMk id="11" creationId="{17CE4A8E-E383-DED6-A6F3-BFBA04022844}"/>
          </ac:spMkLst>
        </pc:spChg>
        <pc:picChg chg="del">
          <ac:chgData name="Luc Derré" userId="4bab915a-4bf8-4643-8daa-fe63bd245b0f" providerId="ADAL" clId="{939A8B0C-06A5-4FF4-8ABF-D1E831C589DF}" dt="2026-06-08T14:03:57.080" v="382" actId="478"/>
          <ac:picMkLst>
            <pc:docMk/>
            <pc:sldMk cId="4174220130" sldId="262"/>
            <ac:picMk id="2" creationId="{148830FD-EEF2-B652-3382-D6AB34EB4A81}"/>
          </ac:picMkLst>
        </pc:picChg>
        <pc:picChg chg="add mod modCrop">
          <ac:chgData name="Luc Derré" userId="4bab915a-4bf8-4643-8daa-fe63bd245b0f" providerId="ADAL" clId="{939A8B0C-06A5-4FF4-8ABF-D1E831C589DF}" dt="2026-06-11T11:36:20.588" v="649" actId="1076"/>
          <ac:picMkLst>
            <pc:docMk/>
            <pc:sldMk cId="4174220130" sldId="262"/>
            <ac:picMk id="3" creationId="{7B8E8D91-CC9A-15DE-F2B6-D9D9D06CA124}"/>
          </ac:picMkLst>
        </pc:picChg>
      </pc:sldChg>
      <pc:sldChg chg="add del">
        <pc:chgData name="Luc Derré" userId="4bab915a-4bf8-4643-8daa-fe63bd245b0f" providerId="ADAL" clId="{939A8B0C-06A5-4FF4-8ABF-D1E831C589DF}" dt="2026-06-08T14:03:10.884" v="365"/>
        <pc:sldMkLst>
          <pc:docMk/>
          <pc:sldMk cId="2422212424" sldId="263"/>
        </pc:sldMkLst>
      </pc:sldChg>
      <pc:sldChg chg="delSp add del mod setBg">
        <pc:chgData name="Luc Derré" userId="4bab915a-4bf8-4643-8daa-fe63bd245b0f" providerId="ADAL" clId="{939A8B0C-06A5-4FF4-8ABF-D1E831C589DF}" dt="2026-06-08T14:01:22.801" v="349" actId="47"/>
        <pc:sldMkLst>
          <pc:docMk/>
          <pc:sldMk cId="2713269560" sldId="263"/>
        </pc:sldMkLst>
        <pc:picChg chg="del">
          <ac:chgData name="Luc Derré" userId="4bab915a-4bf8-4643-8daa-fe63bd245b0f" providerId="ADAL" clId="{939A8B0C-06A5-4FF4-8ABF-D1E831C589DF}" dt="2026-06-08T14:01:16.314" v="338" actId="478"/>
          <ac:picMkLst>
            <pc:docMk/>
            <pc:sldMk cId="2713269560" sldId="263"/>
            <ac:picMk id="2" creationId="{148830FD-EEF2-B652-3382-D6AB34EB4A81}"/>
          </ac:picMkLst>
        </pc:picChg>
      </pc:sldChg>
      <pc:sldChg chg="add del">
        <pc:chgData name="Luc Derré" userId="4bab915a-4bf8-4643-8daa-fe63bd245b0f" providerId="ADAL" clId="{939A8B0C-06A5-4FF4-8ABF-D1E831C589DF}" dt="2026-06-08T14:02:44.548" v="361" actId="2696"/>
        <pc:sldMkLst>
          <pc:docMk/>
          <pc:sldMk cId="3383079843" sldId="263"/>
        </pc:sldMkLst>
      </pc:sldChg>
      <pc:sldChg chg="addSp delSp modSp add del mod setBg setClrOvrMap delDesignElem">
        <pc:chgData name="Luc Derré" userId="4bab915a-4bf8-4643-8daa-fe63bd245b0f" providerId="ADAL" clId="{939A8B0C-06A5-4FF4-8ABF-D1E831C589DF}" dt="2026-06-08T14:03:52.880" v="379" actId="47"/>
        <pc:sldMkLst>
          <pc:docMk/>
          <pc:sldMk cId="3618568466" sldId="263"/>
        </pc:sldMkLst>
        <pc:spChg chg="mod">
          <ac:chgData name="Luc Derré" userId="4bab915a-4bf8-4643-8daa-fe63bd245b0f" providerId="ADAL" clId="{939A8B0C-06A5-4FF4-8ABF-D1E831C589DF}" dt="2026-06-08T14:03:27.575" v="372" actId="6549"/>
          <ac:spMkLst>
            <pc:docMk/>
            <pc:sldMk cId="3618568466" sldId="263"/>
            <ac:spMk id="11" creationId="{17CE4A8E-E383-DED6-A6F3-BFBA04022844}"/>
          </ac:spMkLst>
        </pc:spChg>
        <pc:spChg chg="add">
          <ac:chgData name="Luc Derré" userId="4bab915a-4bf8-4643-8daa-fe63bd245b0f" providerId="ADAL" clId="{939A8B0C-06A5-4FF4-8ABF-D1E831C589DF}" dt="2026-06-08T14:03:35.354" v="373" actId="26606"/>
          <ac:spMkLst>
            <pc:docMk/>
            <pc:sldMk cId="3618568466" sldId="263"/>
            <ac:spMk id="14" creationId="{71B2258F-86CA-4D4D-8270-BC05FCDEBFB3}"/>
          </ac:spMkLst>
        </pc:spChg>
        <pc:spChg chg="del">
          <ac:chgData name="Luc Derré" userId="4bab915a-4bf8-4643-8daa-fe63bd245b0f" providerId="ADAL" clId="{939A8B0C-06A5-4FF4-8ABF-D1E831C589DF}" dt="2026-06-08T14:03:21.129" v="371"/>
          <ac:spMkLst>
            <pc:docMk/>
            <pc:sldMk cId="3618568466" sldId="263"/>
            <ac:spMk id="17" creationId="{71B2258F-86CA-4D4D-8270-BC05FCDEBFB3}"/>
          </ac:spMkLst>
        </pc:spChg>
        <pc:picChg chg="add del mod">
          <ac:chgData name="Luc Derré" userId="4bab915a-4bf8-4643-8daa-fe63bd245b0f" providerId="ADAL" clId="{939A8B0C-06A5-4FF4-8ABF-D1E831C589DF}" dt="2026-06-08T14:03:45.217" v="376" actId="478"/>
          <ac:picMkLst>
            <pc:docMk/>
            <pc:sldMk cId="3618568466" sldId="263"/>
            <ac:picMk id="2" creationId="{4F951B6E-DCD9-39E8-1405-0B777D981B9E}"/>
          </ac:picMkLst>
        </pc:picChg>
        <pc:picChg chg="del mod">
          <ac:chgData name="Luc Derré" userId="4bab915a-4bf8-4643-8daa-fe63bd245b0f" providerId="ADAL" clId="{939A8B0C-06A5-4FF4-8ABF-D1E831C589DF}" dt="2026-06-08T14:03:46.835" v="378" actId="478"/>
          <ac:picMkLst>
            <pc:docMk/>
            <pc:sldMk cId="3618568466" sldId="263"/>
            <ac:picMk id="3" creationId="{79DDF17F-593B-C85A-0695-061D4FC12D58}"/>
          </ac:picMkLst>
        </pc:picChg>
      </pc:sldChg>
      <pc:sldChg chg="addSp delSp modSp add mod setBg">
        <pc:chgData name="Luc Derré" userId="4bab915a-4bf8-4643-8daa-fe63bd245b0f" providerId="ADAL" clId="{939A8B0C-06A5-4FF4-8ABF-D1E831C589DF}" dt="2026-06-11T11:36:33.746" v="653"/>
        <pc:sldMkLst>
          <pc:docMk/>
          <pc:sldMk cId="3993883623" sldId="263"/>
        </pc:sldMkLst>
        <pc:spChg chg="add mod">
          <ac:chgData name="Luc Derré" userId="4bab915a-4bf8-4643-8daa-fe63bd245b0f" providerId="ADAL" clId="{939A8B0C-06A5-4FF4-8ABF-D1E831C589DF}" dt="2026-06-11T11:36:33.746" v="653"/>
          <ac:spMkLst>
            <pc:docMk/>
            <pc:sldMk cId="3993883623" sldId="263"/>
            <ac:spMk id="3" creationId="{19A5B27D-07C8-B273-E484-449E50E84CA2}"/>
          </ac:spMkLst>
        </pc:spChg>
        <pc:spChg chg="del">
          <ac:chgData name="Luc Derré" userId="4bab915a-4bf8-4643-8daa-fe63bd245b0f" providerId="ADAL" clId="{939A8B0C-06A5-4FF4-8ABF-D1E831C589DF}" dt="2026-06-08T14:04:58.125" v="422" actId="478"/>
          <ac:spMkLst>
            <pc:docMk/>
            <pc:sldMk cId="3993883623" sldId="263"/>
            <ac:spMk id="11" creationId="{17CE4A8E-E383-DED6-A6F3-BFBA04022844}"/>
          </ac:spMkLst>
        </pc:spChg>
        <pc:picChg chg="add mod modCrop">
          <ac:chgData name="Luc Derré" userId="4bab915a-4bf8-4643-8daa-fe63bd245b0f" providerId="ADAL" clId="{939A8B0C-06A5-4FF4-8ABF-D1E831C589DF}" dt="2026-06-11T11:36:33.068" v="652" actId="1076"/>
          <ac:picMkLst>
            <pc:docMk/>
            <pc:sldMk cId="3993883623" sldId="263"/>
            <ac:picMk id="2" creationId="{1CE519DD-16F4-DE9F-A507-76EC42A545E0}"/>
          </ac:picMkLst>
        </pc:picChg>
      </pc:sldChg>
      <pc:sldChg chg="add del">
        <pc:chgData name="Luc Derré" userId="4bab915a-4bf8-4643-8daa-fe63bd245b0f" providerId="ADAL" clId="{939A8B0C-06A5-4FF4-8ABF-D1E831C589DF}" dt="2026-06-08T14:01:22.635" v="348" actId="47"/>
        <pc:sldMkLst>
          <pc:docMk/>
          <pc:sldMk cId="2509047913" sldId="264"/>
        </pc:sldMkLst>
      </pc:sldChg>
      <pc:sldChg chg="addSp delSp modSp add mod setBg">
        <pc:chgData name="Luc Derré" userId="4bab915a-4bf8-4643-8daa-fe63bd245b0f" providerId="ADAL" clId="{939A8B0C-06A5-4FF4-8ABF-D1E831C589DF}" dt="2026-06-11T11:36:50.835" v="656"/>
        <pc:sldMkLst>
          <pc:docMk/>
          <pc:sldMk cId="4140422693" sldId="264"/>
        </pc:sldMkLst>
        <pc:spChg chg="add mod">
          <ac:chgData name="Luc Derré" userId="4bab915a-4bf8-4643-8daa-fe63bd245b0f" providerId="ADAL" clId="{939A8B0C-06A5-4FF4-8ABF-D1E831C589DF}" dt="2026-06-11T11:36:50.835" v="656"/>
          <ac:spMkLst>
            <pc:docMk/>
            <pc:sldMk cId="4140422693" sldId="264"/>
            <ac:spMk id="3" creationId="{705CED3F-0EDA-C112-5575-125A87A83B3B}"/>
          </ac:spMkLst>
        </pc:spChg>
        <pc:spChg chg="del">
          <ac:chgData name="Luc Derré" userId="4bab915a-4bf8-4643-8daa-fe63bd245b0f" providerId="ADAL" clId="{939A8B0C-06A5-4FF4-8ABF-D1E831C589DF}" dt="2026-06-08T14:04:59.453" v="423" actId="478"/>
          <ac:spMkLst>
            <pc:docMk/>
            <pc:sldMk cId="4140422693" sldId="264"/>
            <ac:spMk id="11" creationId="{17CE4A8E-E383-DED6-A6F3-BFBA04022844}"/>
          </ac:spMkLst>
        </pc:spChg>
        <pc:picChg chg="add mod modCrop">
          <ac:chgData name="Luc Derré" userId="4bab915a-4bf8-4643-8daa-fe63bd245b0f" providerId="ADAL" clId="{939A8B0C-06A5-4FF4-8ABF-D1E831C589DF}" dt="2026-06-11T11:36:49.376" v="655" actId="1076"/>
          <ac:picMkLst>
            <pc:docMk/>
            <pc:sldMk cId="4140422693" sldId="264"/>
            <ac:picMk id="2" creationId="{AE9585F6-C52A-0D5E-14ED-1515E418A593}"/>
          </ac:picMkLst>
        </pc:picChg>
      </pc:sldChg>
      <pc:sldChg chg="add del">
        <pc:chgData name="Luc Derré" userId="4bab915a-4bf8-4643-8daa-fe63bd245b0f" providerId="ADAL" clId="{939A8B0C-06A5-4FF4-8ABF-D1E831C589DF}" dt="2026-06-08T14:01:22.482" v="347" actId="47"/>
        <pc:sldMkLst>
          <pc:docMk/>
          <pc:sldMk cId="3069967299" sldId="265"/>
        </pc:sldMkLst>
      </pc:sldChg>
      <pc:sldChg chg="addSp delSp modSp add mod setBg">
        <pc:chgData name="Luc Derré" userId="4bab915a-4bf8-4643-8daa-fe63bd245b0f" providerId="ADAL" clId="{939A8B0C-06A5-4FF4-8ABF-D1E831C589DF}" dt="2026-06-11T11:38:28.582" v="661" actId="732"/>
        <pc:sldMkLst>
          <pc:docMk/>
          <pc:sldMk cId="3434517971" sldId="265"/>
        </pc:sldMkLst>
        <pc:spChg chg="add mod">
          <ac:chgData name="Luc Derré" userId="4bab915a-4bf8-4643-8daa-fe63bd245b0f" providerId="ADAL" clId="{939A8B0C-06A5-4FF4-8ABF-D1E831C589DF}" dt="2026-06-11T11:37:06.552" v="660"/>
          <ac:spMkLst>
            <pc:docMk/>
            <pc:sldMk cId="3434517971" sldId="265"/>
            <ac:spMk id="3" creationId="{30922FC9-6D67-DEEE-CD86-EF1C98923EDA}"/>
          </ac:spMkLst>
        </pc:spChg>
        <pc:spChg chg="del">
          <ac:chgData name="Luc Derré" userId="4bab915a-4bf8-4643-8daa-fe63bd245b0f" providerId="ADAL" clId="{939A8B0C-06A5-4FF4-8ABF-D1E831C589DF}" dt="2026-06-08T14:05:01.689" v="424" actId="478"/>
          <ac:spMkLst>
            <pc:docMk/>
            <pc:sldMk cId="3434517971" sldId="265"/>
            <ac:spMk id="11" creationId="{17CE4A8E-E383-DED6-A6F3-BFBA04022844}"/>
          </ac:spMkLst>
        </pc:spChg>
        <pc:picChg chg="add mod modCrop">
          <ac:chgData name="Luc Derré" userId="4bab915a-4bf8-4643-8daa-fe63bd245b0f" providerId="ADAL" clId="{939A8B0C-06A5-4FF4-8ABF-D1E831C589DF}" dt="2026-06-11T11:38:28.582" v="661" actId="732"/>
          <ac:picMkLst>
            <pc:docMk/>
            <pc:sldMk cId="3434517971" sldId="265"/>
            <ac:picMk id="2" creationId="{A6F291E5-DB88-3CA4-0375-90316259116D}"/>
          </ac:picMkLst>
        </pc:picChg>
      </pc:sldChg>
      <pc:sldChg chg="addSp delSp modSp add mod modTransition setBg modAnim">
        <pc:chgData name="Luc Derré" userId="4bab915a-4bf8-4643-8daa-fe63bd245b0f" providerId="ADAL" clId="{939A8B0C-06A5-4FF4-8ABF-D1E831C589DF}" dt="2026-06-08T14:15:57.513" v="522"/>
        <pc:sldMkLst>
          <pc:docMk/>
          <pc:sldMk cId="1741192689" sldId="266"/>
        </pc:sldMkLst>
        <pc:spChg chg="add mod">
          <ac:chgData name="Luc Derré" userId="4bab915a-4bf8-4643-8daa-fe63bd245b0f" providerId="ADAL" clId="{939A8B0C-06A5-4FF4-8ABF-D1E831C589DF}" dt="2026-06-08T14:10:04.887" v="502" actId="20577"/>
          <ac:spMkLst>
            <pc:docMk/>
            <pc:sldMk cId="1741192689" sldId="266"/>
            <ac:spMk id="2" creationId="{CFA66065-DCBD-34AE-0430-1AB161C9B66E}"/>
          </ac:spMkLst>
        </pc:spChg>
        <pc:spChg chg="del mod">
          <ac:chgData name="Luc Derré" userId="4bab915a-4bf8-4643-8daa-fe63bd245b0f" providerId="ADAL" clId="{939A8B0C-06A5-4FF4-8ABF-D1E831C589DF}" dt="2026-06-08T14:10:00.422" v="483" actId="478"/>
          <ac:spMkLst>
            <pc:docMk/>
            <pc:sldMk cId="1741192689" sldId="266"/>
            <ac:spMk id="9" creationId="{ADA020FC-9971-3411-78FB-801B3B35C42B}"/>
          </ac:spMkLst>
        </pc:spChg>
        <pc:spChg chg="del">
          <ac:chgData name="Luc Derré" userId="4bab915a-4bf8-4643-8daa-fe63bd245b0f" providerId="ADAL" clId="{939A8B0C-06A5-4FF4-8ABF-D1E831C589DF}" dt="2026-06-08T14:04:52.009" v="420" actId="478"/>
          <ac:spMkLst>
            <pc:docMk/>
            <pc:sldMk cId="1741192689" sldId="266"/>
            <ac:spMk id="11" creationId="{17CE4A8E-E383-DED6-A6F3-BFBA04022844}"/>
          </ac:spMkLst>
        </pc:spChg>
        <pc:picChg chg="add mod">
          <ac:chgData name="Luc Derré" userId="4bab915a-4bf8-4643-8daa-fe63bd245b0f" providerId="ADAL" clId="{939A8B0C-06A5-4FF4-8ABF-D1E831C589DF}" dt="2026-06-08T14:10:36.392" v="503"/>
          <ac:picMkLst>
            <pc:docMk/>
            <pc:sldMk cId="1741192689" sldId="266"/>
            <ac:picMk id="3" creationId="{4FFD6F45-FF22-DA35-B5DD-895E2C40DA40}"/>
          </ac:picMkLst>
        </pc:picChg>
      </pc:sldChg>
      <pc:sldChg chg="add del">
        <pc:chgData name="Luc Derré" userId="4bab915a-4bf8-4643-8daa-fe63bd245b0f" providerId="ADAL" clId="{939A8B0C-06A5-4FF4-8ABF-D1E831C589DF}" dt="2026-06-08T14:01:22.274" v="346" actId="47"/>
        <pc:sldMkLst>
          <pc:docMk/>
          <pc:sldMk cId="3438971065" sldId="266"/>
        </pc:sldMkLst>
      </pc:sldChg>
      <pc:sldChg chg="add del">
        <pc:chgData name="Luc Derré" userId="4bab915a-4bf8-4643-8daa-fe63bd245b0f" providerId="ADAL" clId="{939A8B0C-06A5-4FF4-8ABF-D1E831C589DF}" dt="2026-06-08T14:01:21.964" v="345" actId="47"/>
        <pc:sldMkLst>
          <pc:docMk/>
          <pc:sldMk cId="3404959642" sldId="267"/>
        </pc:sldMkLst>
      </pc:sldChg>
      <pc:sldChg chg="addSp delSp modSp add mod setBg">
        <pc:chgData name="Luc Derré" userId="4bab915a-4bf8-4643-8daa-fe63bd245b0f" providerId="ADAL" clId="{939A8B0C-06A5-4FF4-8ABF-D1E831C589DF}" dt="2026-06-08T14:15:51.492" v="520"/>
        <pc:sldMkLst>
          <pc:docMk/>
          <pc:sldMk cId="3648180502" sldId="267"/>
        </pc:sldMkLst>
        <pc:spChg chg="add mod">
          <ac:chgData name="Luc Derré" userId="4bab915a-4bf8-4643-8daa-fe63bd245b0f" providerId="ADAL" clId="{939A8B0C-06A5-4FF4-8ABF-D1E831C589DF}" dt="2026-06-08T14:15:43.042" v="519" actId="20577"/>
          <ac:spMkLst>
            <pc:docMk/>
            <pc:sldMk cId="3648180502" sldId="267"/>
            <ac:spMk id="3" creationId="{34C903D0-7345-590A-A43F-39D3519970E9}"/>
          </ac:spMkLst>
        </pc:spChg>
        <pc:spChg chg="del">
          <ac:chgData name="Luc Derré" userId="4bab915a-4bf8-4643-8daa-fe63bd245b0f" providerId="ADAL" clId="{939A8B0C-06A5-4FF4-8ABF-D1E831C589DF}" dt="2026-06-08T14:04:50.208" v="419" actId="478"/>
          <ac:spMkLst>
            <pc:docMk/>
            <pc:sldMk cId="3648180502" sldId="267"/>
            <ac:spMk id="11" creationId="{17CE4A8E-E383-DED6-A6F3-BFBA04022844}"/>
          </ac:spMkLst>
        </pc:spChg>
        <pc:picChg chg="add mod">
          <ac:chgData name="Luc Derré" userId="4bab915a-4bf8-4643-8daa-fe63bd245b0f" providerId="ADAL" clId="{939A8B0C-06A5-4FF4-8ABF-D1E831C589DF}" dt="2026-06-08T14:15:29.691" v="513"/>
          <ac:picMkLst>
            <pc:docMk/>
            <pc:sldMk cId="3648180502" sldId="267"/>
            <ac:picMk id="2" creationId="{A8331C3B-BFFF-B293-8410-B91D1377900A}"/>
          </ac:picMkLst>
        </pc:picChg>
        <pc:picChg chg="add mod">
          <ac:chgData name="Luc Derré" userId="4bab915a-4bf8-4643-8daa-fe63bd245b0f" providerId="ADAL" clId="{939A8B0C-06A5-4FF4-8ABF-D1E831C589DF}" dt="2026-06-08T14:15:51.492" v="520"/>
          <ac:picMkLst>
            <pc:docMk/>
            <pc:sldMk cId="3648180502" sldId="267"/>
            <ac:picMk id="4" creationId="{B4D43071-F766-36B0-CA37-CA161F734602}"/>
          </ac:picMkLst>
        </pc:picChg>
      </pc:sldChg>
      <pc:sldChg chg="addSp delSp modSp add mod setBg">
        <pc:chgData name="Luc Derré" userId="4bab915a-4bf8-4643-8daa-fe63bd245b0f" providerId="ADAL" clId="{939A8B0C-06A5-4FF4-8ABF-D1E831C589DF}" dt="2026-06-08T14:16:51.814" v="548"/>
        <pc:sldMkLst>
          <pc:docMk/>
          <pc:sldMk cId="38130252" sldId="268"/>
        </pc:sldMkLst>
        <pc:spChg chg="add mod">
          <ac:chgData name="Luc Derré" userId="4bab915a-4bf8-4643-8daa-fe63bd245b0f" providerId="ADAL" clId="{939A8B0C-06A5-4FF4-8ABF-D1E831C589DF}" dt="2026-06-08T14:16:24.992" v="529" actId="20577"/>
          <ac:spMkLst>
            <pc:docMk/>
            <pc:sldMk cId="38130252" sldId="268"/>
            <ac:spMk id="2" creationId="{503AD916-88FC-535D-A26D-A130E4B2EE3C}"/>
          </ac:spMkLst>
        </pc:spChg>
        <pc:spChg chg="del">
          <ac:chgData name="Luc Derré" userId="4bab915a-4bf8-4643-8daa-fe63bd245b0f" providerId="ADAL" clId="{939A8B0C-06A5-4FF4-8ABF-D1E831C589DF}" dt="2026-06-08T14:04:47.563" v="418" actId="478"/>
          <ac:spMkLst>
            <pc:docMk/>
            <pc:sldMk cId="38130252" sldId="268"/>
            <ac:spMk id="11" creationId="{17CE4A8E-E383-DED6-A6F3-BFBA04022844}"/>
          </ac:spMkLst>
        </pc:spChg>
        <pc:picChg chg="add mod">
          <ac:chgData name="Luc Derré" userId="4bab915a-4bf8-4643-8daa-fe63bd245b0f" providerId="ADAL" clId="{939A8B0C-06A5-4FF4-8ABF-D1E831C589DF}" dt="2026-06-08T14:16:51.814" v="548"/>
          <ac:picMkLst>
            <pc:docMk/>
            <pc:sldMk cId="38130252" sldId="268"/>
            <ac:picMk id="3" creationId="{8178B235-598E-ECC5-4D09-0E5A03BD4049}"/>
          </ac:picMkLst>
        </pc:picChg>
      </pc:sldChg>
      <pc:sldChg chg="add del">
        <pc:chgData name="Luc Derré" userId="4bab915a-4bf8-4643-8daa-fe63bd245b0f" providerId="ADAL" clId="{939A8B0C-06A5-4FF4-8ABF-D1E831C589DF}" dt="2026-06-08T14:01:21.668" v="344" actId="47"/>
        <pc:sldMkLst>
          <pc:docMk/>
          <pc:sldMk cId="156544526" sldId="268"/>
        </pc:sldMkLst>
      </pc:sldChg>
      <pc:sldChg chg="addSp delSp modSp add mod setBg">
        <pc:chgData name="Luc Derré" userId="4bab915a-4bf8-4643-8daa-fe63bd245b0f" providerId="ADAL" clId="{939A8B0C-06A5-4FF4-8ABF-D1E831C589DF}" dt="2026-06-08T14:16:56.645" v="549"/>
        <pc:sldMkLst>
          <pc:docMk/>
          <pc:sldMk cId="3709662315" sldId="269"/>
        </pc:sldMkLst>
        <pc:spChg chg="add mod">
          <ac:chgData name="Luc Derré" userId="4bab915a-4bf8-4643-8daa-fe63bd245b0f" providerId="ADAL" clId="{939A8B0C-06A5-4FF4-8ABF-D1E831C589DF}" dt="2026-06-08T14:16:34.240" v="536" actId="20577"/>
          <ac:spMkLst>
            <pc:docMk/>
            <pc:sldMk cId="3709662315" sldId="269"/>
            <ac:spMk id="2" creationId="{2B9DD973-21D2-8A0E-A5FE-B336DF75DC52}"/>
          </ac:spMkLst>
        </pc:spChg>
        <pc:spChg chg="del">
          <ac:chgData name="Luc Derré" userId="4bab915a-4bf8-4643-8daa-fe63bd245b0f" providerId="ADAL" clId="{939A8B0C-06A5-4FF4-8ABF-D1E831C589DF}" dt="2026-06-08T14:04:45.769" v="417" actId="478"/>
          <ac:spMkLst>
            <pc:docMk/>
            <pc:sldMk cId="3709662315" sldId="269"/>
            <ac:spMk id="11" creationId="{17CE4A8E-E383-DED6-A6F3-BFBA04022844}"/>
          </ac:spMkLst>
        </pc:spChg>
        <pc:picChg chg="add mod">
          <ac:chgData name="Luc Derré" userId="4bab915a-4bf8-4643-8daa-fe63bd245b0f" providerId="ADAL" clId="{939A8B0C-06A5-4FF4-8ABF-D1E831C589DF}" dt="2026-06-08T14:16:56.645" v="549"/>
          <ac:picMkLst>
            <pc:docMk/>
            <pc:sldMk cId="3709662315" sldId="269"/>
            <ac:picMk id="3" creationId="{0608D136-AE9C-584D-AC8C-51FA5700B2BE}"/>
          </ac:picMkLst>
        </pc:picChg>
      </pc:sldChg>
      <pc:sldChg chg="addSp delSp modSp add mod setBg">
        <pc:chgData name="Luc Derré" userId="4bab915a-4bf8-4643-8daa-fe63bd245b0f" providerId="ADAL" clId="{939A8B0C-06A5-4FF4-8ABF-D1E831C589DF}" dt="2026-06-08T14:17:01.853" v="550"/>
        <pc:sldMkLst>
          <pc:docMk/>
          <pc:sldMk cId="2497386252" sldId="270"/>
        </pc:sldMkLst>
        <pc:spChg chg="add mod">
          <ac:chgData name="Luc Derré" userId="4bab915a-4bf8-4643-8daa-fe63bd245b0f" providerId="ADAL" clId="{939A8B0C-06A5-4FF4-8ABF-D1E831C589DF}" dt="2026-06-08T14:16:41.015" v="547" actId="20577"/>
          <ac:spMkLst>
            <pc:docMk/>
            <pc:sldMk cId="2497386252" sldId="270"/>
            <ac:spMk id="2" creationId="{C7D77692-825C-0CEB-C882-A65D85A4A6C8}"/>
          </ac:spMkLst>
        </pc:spChg>
        <pc:spChg chg="del">
          <ac:chgData name="Luc Derré" userId="4bab915a-4bf8-4643-8daa-fe63bd245b0f" providerId="ADAL" clId="{939A8B0C-06A5-4FF4-8ABF-D1E831C589DF}" dt="2026-06-08T14:04:44.032" v="416" actId="478"/>
          <ac:spMkLst>
            <pc:docMk/>
            <pc:sldMk cId="2497386252" sldId="270"/>
            <ac:spMk id="11" creationId="{17CE4A8E-E383-DED6-A6F3-BFBA04022844}"/>
          </ac:spMkLst>
        </pc:spChg>
        <pc:picChg chg="add mod">
          <ac:chgData name="Luc Derré" userId="4bab915a-4bf8-4643-8daa-fe63bd245b0f" providerId="ADAL" clId="{939A8B0C-06A5-4FF4-8ABF-D1E831C589DF}" dt="2026-06-08T14:17:01.853" v="550"/>
          <ac:picMkLst>
            <pc:docMk/>
            <pc:sldMk cId="2497386252" sldId="270"/>
            <ac:picMk id="3" creationId="{E50CC60C-1B67-61D0-ED28-0172E868EDBF}"/>
          </ac:picMkLst>
        </pc:picChg>
      </pc:sldChg>
      <pc:sldChg chg="addSp delSp modSp add mod setBg delAnim modAnim">
        <pc:chgData name="Luc Derré" userId="4bab915a-4bf8-4643-8daa-fe63bd245b0f" providerId="ADAL" clId="{939A8B0C-06A5-4FF4-8ABF-D1E831C589DF}" dt="2026-06-11T11:46:16.173" v="668" actId="732"/>
        <pc:sldMkLst>
          <pc:docMk/>
          <pc:sldMk cId="2064154232" sldId="271"/>
        </pc:sldMkLst>
        <pc:spChg chg="add mod">
          <ac:chgData name="Luc Derré" userId="4bab915a-4bf8-4643-8daa-fe63bd245b0f" providerId="ADAL" clId="{939A8B0C-06A5-4FF4-8ABF-D1E831C589DF}" dt="2026-06-08T14:19:06.647" v="582" actId="5793"/>
          <ac:spMkLst>
            <pc:docMk/>
            <pc:sldMk cId="2064154232" sldId="271"/>
            <ac:spMk id="4" creationId="{FDBBB5A1-196F-7646-C902-B68DAA1C3663}"/>
          </ac:spMkLst>
        </pc:spChg>
        <pc:spChg chg="del">
          <ac:chgData name="Luc Derré" userId="4bab915a-4bf8-4643-8daa-fe63bd245b0f" providerId="ADAL" clId="{939A8B0C-06A5-4FF4-8ABF-D1E831C589DF}" dt="2026-06-08T14:04:42.635" v="415" actId="478"/>
          <ac:spMkLst>
            <pc:docMk/>
            <pc:sldMk cId="2064154232" sldId="271"/>
            <ac:spMk id="11" creationId="{17CE4A8E-E383-DED6-A6F3-BFBA04022844}"/>
          </ac:spMkLst>
        </pc:spChg>
        <pc:picChg chg="add del mod">
          <ac:chgData name="Luc Derré" userId="4bab915a-4bf8-4643-8daa-fe63bd245b0f" providerId="ADAL" clId="{939A8B0C-06A5-4FF4-8ABF-D1E831C589DF}" dt="2026-06-08T14:19:16.727" v="585" actId="21"/>
          <ac:picMkLst>
            <pc:docMk/>
            <pc:sldMk cId="2064154232" sldId="271"/>
            <ac:picMk id="2" creationId="{970EFABB-EC5F-0E21-FBA0-FB672063F5D4}"/>
          </ac:picMkLst>
        </pc:picChg>
        <pc:picChg chg="add mod">
          <ac:chgData name="Luc Derré" userId="4bab915a-4bf8-4643-8daa-fe63bd245b0f" providerId="ADAL" clId="{939A8B0C-06A5-4FF4-8ABF-D1E831C589DF}" dt="2026-06-08T14:18:43.814" v="577"/>
          <ac:picMkLst>
            <pc:docMk/>
            <pc:sldMk cId="2064154232" sldId="271"/>
            <ac:picMk id="3" creationId="{C94CE7E9-F338-3A09-FCA4-A5398BBF3C2E}"/>
          </ac:picMkLst>
        </pc:picChg>
        <pc:picChg chg="add mod modCrop">
          <ac:chgData name="Luc Derré" userId="4bab915a-4bf8-4643-8daa-fe63bd245b0f" providerId="ADAL" clId="{939A8B0C-06A5-4FF4-8ABF-D1E831C589DF}" dt="2026-06-11T11:46:16.173" v="668" actId="732"/>
          <ac:picMkLst>
            <pc:docMk/>
            <pc:sldMk cId="2064154232" sldId="271"/>
            <ac:picMk id="5" creationId="{31E47BEC-7D55-A771-A2EE-379D5FE998C7}"/>
          </ac:picMkLst>
        </pc:picChg>
      </pc:sldChg>
      <pc:sldChg chg="addSp delSp modSp add mod modTransition setBg delAnim modAnim">
        <pc:chgData name="Luc Derré" userId="4bab915a-4bf8-4643-8daa-fe63bd245b0f" providerId="ADAL" clId="{939A8B0C-06A5-4FF4-8ABF-D1E831C589DF}" dt="2026-06-11T11:46:38.618" v="669"/>
        <pc:sldMkLst>
          <pc:docMk/>
          <pc:sldMk cId="3314461636" sldId="272"/>
        </pc:sldMkLst>
        <pc:spChg chg="add mod">
          <ac:chgData name="Luc Derré" userId="4bab915a-4bf8-4643-8daa-fe63bd245b0f" providerId="ADAL" clId="{939A8B0C-06A5-4FF4-8ABF-D1E831C589DF}" dt="2026-06-08T14:19:44.233" v="589"/>
          <ac:spMkLst>
            <pc:docMk/>
            <pc:sldMk cId="3314461636" sldId="272"/>
            <ac:spMk id="3" creationId="{0879795D-0EF7-D81E-0ABF-AC9397D4B180}"/>
          </ac:spMkLst>
        </pc:spChg>
        <pc:spChg chg="del">
          <ac:chgData name="Luc Derré" userId="4bab915a-4bf8-4643-8daa-fe63bd245b0f" providerId="ADAL" clId="{939A8B0C-06A5-4FF4-8ABF-D1E831C589DF}" dt="2026-06-08T14:04:40.778" v="414" actId="478"/>
          <ac:spMkLst>
            <pc:docMk/>
            <pc:sldMk cId="3314461636" sldId="272"/>
            <ac:spMk id="11" creationId="{17CE4A8E-E383-DED6-A6F3-BFBA04022844}"/>
          </ac:spMkLst>
        </pc:spChg>
        <pc:picChg chg="add del mod modCrop">
          <ac:chgData name="Luc Derré" userId="4bab915a-4bf8-4643-8daa-fe63bd245b0f" providerId="ADAL" clId="{939A8B0C-06A5-4FF4-8ABF-D1E831C589DF}" dt="2026-06-08T14:20:36.005" v="599" actId="478"/>
          <ac:picMkLst>
            <pc:docMk/>
            <pc:sldMk cId="3314461636" sldId="272"/>
            <ac:picMk id="2" creationId="{970EFABB-EC5F-0E21-FBA0-FB672063F5D4}"/>
          </ac:picMkLst>
        </pc:picChg>
        <pc:picChg chg="add mod">
          <ac:chgData name="Luc Derré" userId="4bab915a-4bf8-4643-8daa-fe63bd245b0f" providerId="ADAL" clId="{939A8B0C-06A5-4FF4-8ABF-D1E831C589DF}" dt="2026-06-11T11:46:08.219" v="667" actId="1076"/>
          <ac:picMkLst>
            <pc:docMk/>
            <pc:sldMk cId="3314461636" sldId="272"/>
            <ac:picMk id="4" creationId="{08A7021A-AE9E-5B03-F50D-47007A63594B}"/>
          </ac:picMkLst>
        </pc:picChg>
        <pc:picChg chg="add del mod">
          <ac:chgData name="Luc Derré" userId="4bab915a-4bf8-4643-8daa-fe63bd245b0f" providerId="ADAL" clId="{939A8B0C-06A5-4FF4-8ABF-D1E831C589DF}" dt="2026-06-11T11:45:30.192" v="663" actId="478"/>
          <ac:picMkLst>
            <pc:docMk/>
            <pc:sldMk cId="3314461636" sldId="272"/>
            <ac:picMk id="5" creationId="{2024EF91-024A-D59B-A1E5-4B2D1CCE706B}"/>
          </ac:picMkLst>
        </pc:picChg>
        <pc:picChg chg="add del mod">
          <ac:chgData name="Luc Derré" userId="4bab915a-4bf8-4643-8daa-fe63bd245b0f" providerId="ADAL" clId="{939A8B0C-06A5-4FF4-8ABF-D1E831C589DF}" dt="2026-06-11T11:45:30.562" v="664" actId="478"/>
          <ac:picMkLst>
            <pc:docMk/>
            <pc:sldMk cId="3314461636" sldId="272"/>
            <ac:picMk id="7" creationId="{4E3BFC29-BFFF-54DF-F7A4-D2DE03D45B67}"/>
          </ac:picMkLst>
        </pc:picChg>
        <pc:picChg chg="add del mod">
          <ac:chgData name="Luc Derré" userId="4bab915a-4bf8-4643-8daa-fe63bd245b0f" providerId="ADAL" clId="{939A8B0C-06A5-4FF4-8ABF-D1E831C589DF}" dt="2026-06-11T11:45:28.932" v="662" actId="478"/>
          <ac:picMkLst>
            <pc:docMk/>
            <pc:sldMk cId="3314461636" sldId="272"/>
            <ac:picMk id="10" creationId="{643E939D-1E0C-81A7-4438-CC68DDAB1B8A}"/>
          </ac:picMkLst>
        </pc:picChg>
      </pc:sldChg>
      <pc:sldChg chg="delSp modSp add mod setBg">
        <pc:chgData name="Luc Derré" userId="4bab915a-4bf8-4643-8daa-fe63bd245b0f" providerId="ADAL" clId="{939A8B0C-06A5-4FF4-8ABF-D1E831C589DF}" dt="2026-06-08T14:28:00" v="639" actId="14100"/>
        <pc:sldMkLst>
          <pc:docMk/>
          <pc:sldMk cId="447441267" sldId="273"/>
        </pc:sldMkLst>
        <pc:spChg chg="mod">
          <ac:chgData name="Luc Derré" userId="4bab915a-4bf8-4643-8daa-fe63bd245b0f" providerId="ADAL" clId="{939A8B0C-06A5-4FF4-8ABF-D1E831C589DF}" dt="2026-06-08T14:28:00" v="639" actId="14100"/>
          <ac:spMkLst>
            <pc:docMk/>
            <pc:sldMk cId="447441267" sldId="273"/>
            <ac:spMk id="3" creationId="{0879795D-0EF7-D81E-0ABF-AC9397D4B180}"/>
          </ac:spMkLst>
        </pc:spChg>
        <pc:picChg chg="del">
          <ac:chgData name="Luc Derré" userId="4bab915a-4bf8-4643-8daa-fe63bd245b0f" providerId="ADAL" clId="{939A8B0C-06A5-4FF4-8ABF-D1E831C589DF}" dt="2026-06-08T14:27:34.577" v="622" actId="478"/>
          <ac:picMkLst>
            <pc:docMk/>
            <pc:sldMk cId="447441267" sldId="273"/>
            <ac:picMk id="5" creationId="{2024EF91-024A-D59B-A1E5-4B2D1CCE706B}"/>
          </ac:picMkLst>
        </pc:picChg>
        <pc:picChg chg="del mod">
          <ac:chgData name="Luc Derré" userId="4bab915a-4bf8-4643-8daa-fe63bd245b0f" providerId="ADAL" clId="{939A8B0C-06A5-4FF4-8ABF-D1E831C589DF}" dt="2026-06-08T14:27:33.821" v="620" actId="478"/>
          <ac:picMkLst>
            <pc:docMk/>
            <pc:sldMk cId="447441267" sldId="273"/>
            <ac:picMk id="7" creationId="{4E3BFC29-BFFF-54DF-F7A4-D2DE03D45B67}"/>
          </ac:picMkLst>
        </pc:picChg>
        <pc:picChg chg="del">
          <ac:chgData name="Luc Derré" userId="4bab915a-4bf8-4643-8daa-fe63bd245b0f" providerId="ADAL" clId="{939A8B0C-06A5-4FF4-8ABF-D1E831C589DF}" dt="2026-06-08T14:27:34.149" v="621" actId="478"/>
          <ac:picMkLst>
            <pc:docMk/>
            <pc:sldMk cId="447441267" sldId="273"/>
            <ac:picMk id="10" creationId="{643E939D-1E0C-81A7-4438-CC68DDAB1B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36EBB-28E6-807A-643A-153B9B48F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4A918E-AD0F-6E4B-C566-76ABCDDDE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FE538-1DB9-825D-24BB-0153B9CC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B0EE85-0FD3-BCB6-0119-8A65637B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09C498-0119-8BE7-B437-37D04851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869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3D0C5-ECE8-5FED-45B1-6EEDA3E1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135CB9-95EE-1FAD-4C55-BCD7C047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5FF91F-A71B-6926-8BB1-61A83421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2687DD-1E0C-06B8-C01A-D998F5F6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66EF46-2E40-EF77-78C1-64AB188A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6460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49978-B2E2-8DD1-AE31-36901433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999C96-6BDF-27DD-A84D-9B4FBCC2D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8DEA65-39B3-4FF3-CC9E-6C08D116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BBB3DD-29EC-2FDA-CBAE-6E2AB41EF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B1342E-583B-DA99-F0DD-153ED861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918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1E08E-F52F-E131-5F48-85CCC56F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3D70DD-A9D5-3937-4321-083CCD323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DC00906-9A2A-02FE-7506-D8F7481A6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F49F34-9323-FF5E-0A52-C11C7F9D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198A4E-5F4B-8D58-031E-DE8B381A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F3389D-04F2-58B8-3E4A-7E88697A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3945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5226FD-99F0-1B0C-14EA-E6F1C68ED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23023C-0016-89CD-101B-0295233EB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2A1F94-AC86-80C2-0D1A-C7DCC3332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B60D1F-AA0C-6778-D54B-72BDA3BB7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F4D1B79-B4A3-4BCF-1E98-3A34C2C48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3BF1E06-B65F-9E45-5E1D-405CA072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2AEB03-5A1E-B3DD-C0DD-8805F40D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6B831DF-312C-5758-73D4-1B1443A3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753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73564-C2BC-B448-566C-DFF16B02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85FDADC-18F0-EF03-CD8F-2248EF3C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F80A8C-D183-4C53-3A2F-C5C8F0DA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48207A-8B81-2C76-4DB0-C45E4AA5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4503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F8C0C35-60CC-C240-D869-8444209A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B9CC14-D32C-1CBF-261A-AA3B9882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8C57E1-4A33-11A1-FD63-3634560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2538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04209-D1A1-517E-1D8C-294C2589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0762BA-CEE1-51A9-E2EB-EF1B84AE5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4DE0D0-7E16-51C1-0D6B-07143CF7C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51C758-536D-1B74-E5F9-E23BDEDB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9E3480-DFA1-3570-4F43-664F9BD0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5DD727-C85E-DC73-7B94-9115CE5C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60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13950-BBA9-E4F0-5FFD-2ABF4AB2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92DEAD-E83E-180D-3205-DAF657164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7F6ED3-F721-CD30-2709-8F816B07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4D561C-E46A-2FE3-2496-D3D1568B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3754AA-5A97-EA05-A7E5-0725BCC4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477089-B93B-522A-A456-EA5EC20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1874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182D0E-26A3-FDB9-B503-824C5DAA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2932F0-7E4E-A23F-4184-7E2E51E05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AC5609-FF8D-4D92-3CE8-4E563E2C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2A0507-5AEF-4FA1-3318-AECF4F6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23973B-4AB2-83B0-FD57-F7906DF9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325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0EA58EF-BD28-50E3-78FB-5D025A256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A6D35E-FADF-B767-618D-DFB56B879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E65F38-8DD6-8E64-00EB-32A600A6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6B634F-7DAF-A8B0-63EF-E0B866C2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7F0546-1B4F-25C1-90FA-25108F17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30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D38188D-AB43-369A-AC0C-C1D2F6B9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7EAF41-2581-44C4-FEEF-2D50454F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62A752-F470-0FC1-A428-AB7991081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E3C47-62FA-48F0-80A4-EE22BDEA5898}" type="datetimeFigureOut">
              <a:rPr lang="fr-CH" smtClean="0"/>
              <a:t>11.06.2026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F1F7B8-D53E-1180-C138-5D3A02A43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B33D0D-A05E-C3BD-1DDD-071ECC15F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7E539-EFFC-4632-9763-BBA42D6420F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234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C758D6E-3A41-B1B4-AB30-4A40E20B6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>
                <a:solidFill>
                  <a:schemeClr val="bg1"/>
                </a:solidFill>
              </a:rPr>
              <a:t>Projet Loto</a:t>
            </a:r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CA6AF48-9A8E-FDE6-316F-4A0426F10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fr-CH" dirty="0">
                <a:solidFill>
                  <a:schemeClr val="bg1"/>
                </a:solidFill>
              </a:rPr>
              <a:t>CAH, LDE, LMY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F83C09D-0579-B3AC-A15D-ABA86FFF1E38}"/>
              </a:ext>
            </a:extLst>
          </p:cNvPr>
          <p:cNvSpPr txBox="1"/>
          <p:nvPr/>
        </p:nvSpPr>
        <p:spPr>
          <a:xfrm>
            <a:off x="0" y="6176821"/>
            <a:ext cx="22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chemeClr val="bg1"/>
                </a:solidFill>
              </a:rPr>
              <a:t>Version 1.0</a:t>
            </a:r>
          </a:p>
          <a:p>
            <a:r>
              <a:rPr lang="fr-CH" dirty="0">
                <a:solidFill>
                  <a:schemeClr val="bg1"/>
                </a:solidFill>
              </a:rPr>
              <a:t>15.06.2026</a:t>
            </a:r>
          </a:p>
        </p:txBody>
      </p:sp>
    </p:spTree>
    <p:extLst>
      <p:ext uri="{BB962C8B-B14F-4D97-AF65-F5344CB8AC3E}">
        <p14:creationId xmlns:p14="http://schemas.microsoft.com/office/powerpoint/2010/main" val="3359927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7CE4A8E-E383-DED6-A6F3-BFBA040228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Table des matières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Main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Gestion de fichier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Modes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Tirage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Règles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Historique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Sortie et enregistrement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CH" dirty="0">
                <a:solidFill>
                  <a:schemeClr val="bg1"/>
                </a:solidFill>
              </a:rPr>
              <a:t>Questions</a:t>
            </a:r>
          </a:p>
          <a:p>
            <a:pPr algn="l"/>
            <a:endParaRPr lang="fr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98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7CE4A8E-E383-DED6-A6F3-BFBA040228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00D233B-EE22-56C4-C838-7878ED939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9961"/>
            <a:ext cx="12192000" cy="470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7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7CE4A8E-E383-DED6-A6F3-BFBA040228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10" name="Image 9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CD688113-A631-D0C7-6676-1C69D3418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36017" r="74453" b="59185"/>
          <a:stretch/>
        </p:blipFill>
        <p:spPr>
          <a:xfrm>
            <a:off x="908951" y="3044227"/>
            <a:ext cx="10108237" cy="76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9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2" name="Image 1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48830FD-EEF2-B652-3382-D6AB34EB4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5" t="36572" r="59140" b="59222"/>
          <a:stretch/>
        </p:blipFill>
        <p:spPr>
          <a:xfrm>
            <a:off x="2896694" y="3088481"/>
            <a:ext cx="6398612" cy="681037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0A65FF46-78F1-976F-35BD-275852C82B1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128622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7B8E8D91-CC9A-15DE-F2B6-D9D9D06CA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15" t="37180" r="42813" b="59370"/>
          <a:stretch/>
        </p:blipFill>
        <p:spPr>
          <a:xfrm>
            <a:off x="2422587" y="3143816"/>
            <a:ext cx="6935493" cy="5703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B369CC4-7789-10D9-F47E-D33BC78C401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4174220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2" name="Image 1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CE519DD-16F4-DE9F-A507-76EC42A54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66" t="38085" r="28810" b="59397"/>
          <a:stretch/>
        </p:blipFill>
        <p:spPr>
          <a:xfrm>
            <a:off x="3022600" y="3214687"/>
            <a:ext cx="6146800" cy="428625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9A5B27D-07C8-B273-E484-449E50E84CA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3993883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2" name="Image 1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AE9585F6-C52A-0D5E-14ED-1515E418A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50" t="38396" r="9636" b="59565"/>
          <a:stretch/>
        </p:blipFill>
        <p:spPr>
          <a:xfrm>
            <a:off x="1874853" y="3255415"/>
            <a:ext cx="8442294" cy="347169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705CED3F-0EDA-C112-5575-125A87A83B3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4140422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pic>
        <p:nvPicPr>
          <p:cNvPr id="2" name="Image 1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A6F291E5-DB88-3CA4-0375-903162591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49" t="36368" r="571" b="59486"/>
          <a:stretch/>
        </p:blipFill>
        <p:spPr>
          <a:xfrm>
            <a:off x="4076700" y="3095613"/>
            <a:ext cx="3704346" cy="666774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0922FC9-6D67-DEEE-CD86-EF1C98923ED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3434517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A66065-DCBD-34AE-0430-1AB161C9B66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Gestion de fichier</a:t>
            </a: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4FFD6F45-FF22-DA35-B5DD-895E2C40D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36017" r="74453" b="21223"/>
          <a:stretch/>
        </p:blipFill>
        <p:spPr>
          <a:xfrm>
            <a:off x="983671" y="0"/>
            <a:ext cx="10108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9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34C903D0-7345-590A-A43F-39D3519970E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Modes</a:t>
            </a:r>
          </a:p>
        </p:txBody>
      </p:sp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B4D43071-F766-36B0-CA37-CA161F734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5" t="36572" r="59140" b="21074"/>
          <a:stretch/>
        </p:blipFill>
        <p:spPr>
          <a:xfrm>
            <a:off x="2896694" y="0"/>
            <a:ext cx="6398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80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3AD916-88FC-535D-A26D-A130E4B2EE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Tirage</a:t>
            </a: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8178B235-598E-ECC5-4D09-0E5A03BD4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15" t="37180" r="42813" b="21340"/>
          <a:stretch/>
        </p:blipFill>
        <p:spPr>
          <a:xfrm>
            <a:off x="2628253" y="0"/>
            <a:ext cx="69354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9DD973-21D2-8A0E-A5FE-B336DF75DC5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Règles</a:t>
            </a: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608D136-AE9C-584D-AC8C-51FA5700B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66" t="38085" r="28810" b="21277"/>
          <a:stretch/>
        </p:blipFill>
        <p:spPr>
          <a:xfrm>
            <a:off x="3022600" y="0"/>
            <a:ext cx="6146800" cy="691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62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7D77692-825C-0CEB-C882-A65D85A4A6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Historique</a:t>
            </a:r>
          </a:p>
        </p:txBody>
      </p:sp>
      <p:pic>
        <p:nvPicPr>
          <p:cNvPr id="3" name="Image 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E50CC60C-1B67-61D0-ED28-0172E868E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50" t="38396" r="9636" b="21277"/>
          <a:stretch/>
        </p:blipFill>
        <p:spPr>
          <a:xfrm>
            <a:off x="1874853" y="7938"/>
            <a:ext cx="8442294" cy="68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86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DBBB5A1-196F-7646-C902-B68DAA1C366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Sortie et enregistrement</a:t>
            </a:r>
          </a:p>
        </p:txBody>
      </p:sp>
      <p:pic>
        <p:nvPicPr>
          <p:cNvPr id="5" name="Image 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31E47BEC-7D55-A771-A2EE-379D5FE99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41" t="36368" b="21075"/>
          <a:stretch/>
        </p:blipFill>
        <p:spPr>
          <a:xfrm>
            <a:off x="8496299" y="0"/>
            <a:ext cx="3945579" cy="684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5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879795D-0EF7-D81E-0ABF-AC9397D4B18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Sortie et enregistrement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8A7021A-AE9E-5B03-F50D-47007A63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921" y="2393889"/>
            <a:ext cx="8572826" cy="321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61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ADA020FC-9971-3411-78FB-801B3B35C42B}"/>
              </a:ext>
            </a:extLst>
          </p:cNvPr>
          <p:cNvSpPr txBox="1"/>
          <p:nvPr/>
        </p:nvSpPr>
        <p:spPr>
          <a:xfrm>
            <a:off x="763480" y="355107"/>
            <a:ext cx="10253708" cy="110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H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376E23F-53A6-E162-CA15-FAD0381FFB7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CH" dirty="0">
              <a:solidFill>
                <a:schemeClr val="bg1"/>
              </a:solidFill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879795D-0EF7-D81E-0ABF-AC9397D4B180}"/>
              </a:ext>
            </a:extLst>
          </p:cNvPr>
          <p:cNvSpPr txBox="1">
            <a:spLocks/>
          </p:cNvSpPr>
          <p:nvPr/>
        </p:nvSpPr>
        <p:spPr>
          <a:xfrm>
            <a:off x="4042889" y="2103437"/>
            <a:ext cx="369488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CH" dirty="0">
                <a:solidFill>
                  <a:schemeClr val="bg1"/>
                </a:solidFill>
              </a:rPr>
              <a:t>Question ?</a:t>
            </a:r>
          </a:p>
        </p:txBody>
      </p:sp>
    </p:spTree>
    <p:extLst>
      <p:ext uri="{BB962C8B-B14F-4D97-AF65-F5344CB8AC3E}">
        <p14:creationId xmlns:p14="http://schemas.microsoft.com/office/powerpoint/2010/main" val="4474412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47</Words>
  <Application>Microsoft Office PowerPoint</Application>
  <PresentationFormat>Grand écran</PresentationFormat>
  <Paragraphs>28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Thème Office</vt:lpstr>
      <vt:lpstr>Projet Loto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DGEP - Etat de Vaud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 Derré</dc:creator>
  <cp:lastModifiedBy>Luc Derré</cp:lastModifiedBy>
  <cp:revision>1</cp:revision>
  <dcterms:created xsi:type="dcterms:W3CDTF">2026-06-08T13:26:38Z</dcterms:created>
  <dcterms:modified xsi:type="dcterms:W3CDTF">2026-06-11T11:46:47Z</dcterms:modified>
</cp:coreProperties>
</file>